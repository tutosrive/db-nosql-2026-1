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8910"/>
            <a:ext cx="8229600" cy="1143000"/>
          </a:xfrm>
        </p:spPr>
        <p:txBody>
          <a:bodyPr/>
          <a:lstStyle/>
          <a:p>
            <a:r>
              <a:rPr dirty="0" err="1"/>
              <a:t>Embebido</a:t>
            </a:r>
            <a:r>
              <a:rPr dirty="0"/>
              <a:t> vs </a:t>
            </a:r>
            <a:r>
              <a:rPr dirty="0" err="1"/>
              <a:t>Referenciado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Embebido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112903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Referenciado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latin typeface="Courier New"/>
              </a:rPr>
              <a:t>{
  "</a:t>
            </a:r>
            <a:r>
              <a:rPr sz="1200" dirty="0" err="1">
                <a:latin typeface="Courier New"/>
              </a:rPr>
              <a:t>team_id</a:t>
            </a:r>
            <a:r>
              <a:rPr sz="1200" dirty="0">
                <a:latin typeface="Courier New"/>
              </a:rPr>
              <a:t>": 1,
 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</a:t>
            </a:r>
            <a:r>
              <a:rPr sz="1200" dirty="0" err="1">
                <a:latin typeface="Courier New"/>
              </a:rPr>
              <a:t>Tigres</a:t>
            </a:r>
            <a:r>
              <a:rPr sz="1200" dirty="0">
                <a:latin typeface="Courier New"/>
              </a:rPr>
              <a:t> FC",
  "</a:t>
            </a:r>
            <a:r>
              <a:rPr sz="1200" dirty="0" err="1">
                <a:latin typeface="Courier New"/>
              </a:rPr>
              <a:t>entrenador</a:t>
            </a:r>
            <a:r>
              <a:rPr sz="1200" dirty="0">
                <a:latin typeface="Courier New"/>
              </a:rPr>
              <a:t>": {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</a:t>
            </a:r>
            <a:r>
              <a:rPr sz="1200" dirty="0" err="1">
                <a:latin typeface="Courier New"/>
              </a:rPr>
              <a:t>Profe</a:t>
            </a:r>
            <a:r>
              <a:rPr sz="1200" dirty="0">
                <a:latin typeface="Courier New"/>
              </a:rPr>
              <a:t> Camilo" },
  "</a:t>
            </a:r>
            <a:r>
              <a:rPr sz="1200" dirty="0" err="1">
                <a:latin typeface="Courier New"/>
              </a:rPr>
              <a:t>jugadores</a:t>
            </a:r>
            <a:r>
              <a:rPr sz="1200" dirty="0">
                <a:latin typeface="Courier New"/>
              </a:rPr>
              <a:t>": [
    { "</a:t>
            </a:r>
            <a:r>
              <a:rPr sz="1200" dirty="0" err="1">
                <a:latin typeface="Courier New"/>
              </a:rPr>
              <a:t>jugador_id</a:t>
            </a:r>
            <a:r>
              <a:rPr sz="1200" dirty="0">
                <a:latin typeface="Courier New"/>
              </a:rPr>
              <a:t>": 101,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"Laura" },
    { "</a:t>
            </a:r>
            <a:r>
              <a:rPr sz="1200" dirty="0" err="1">
                <a:latin typeface="Courier New"/>
              </a:rPr>
              <a:t>jugador_id</a:t>
            </a:r>
            <a:r>
              <a:rPr sz="1200" dirty="0">
                <a:latin typeface="Courier New"/>
              </a:rPr>
              <a:t>": 102,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"Carlos" }
  ]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3449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latin typeface="Courier New"/>
              </a:rPr>
              <a:t>{
  "</a:t>
            </a:r>
            <a:r>
              <a:rPr sz="1200" dirty="0" err="1">
                <a:latin typeface="Courier New"/>
              </a:rPr>
              <a:t>team_id</a:t>
            </a:r>
            <a:r>
              <a:rPr sz="1200" dirty="0">
                <a:latin typeface="Courier New"/>
              </a:rPr>
              <a:t>": 1,
 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</a:t>
            </a:r>
            <a:r>
              <a:rPr sz="1200" dirty="0" err="1">
                <a:latin typeface="Courier New"/>
              </a:rPr>
              <a:t>Tigres</a:t>
            </a:r>
            <a:r>
              <a:rPr sz="1200" dirty="0">
                <a:latin typeface="Courier New"/>
              </a:rPr>
              <a:t> FC",
  "</a:t>
            </a:r>
            <a:r>
              <a:rPr sz="1200" dirty="0" err="1">
                <a:latin typeface="Courier New"/>
              </a:rPr>
              <a:t>entrenador_id</a:t>
            </a:r>
            <a:r>
              <a:rPr sz="1200" dirty="0">
                <a:latin typeface="Courier New"/>
              </a:rPr>
              <a:t>": 900,
  "</a:t>
            </a:r>
            <a:r>
              <a:rPr sz="1200" dirty="0" err="1">
                <a:latin typeface="Courier New"/>
              </a:rPr>
              <a:t>jugadores_ids</a:t>
            </a:r>
            <a:r>
              <a:rPr sz="1200" dirty="0">
                <a:latin typeface="Courier New"/>
              </a:rPr>
              <a:t>": [101, 102]
}
// </a:t>
            </a:r>
            <a:r>
              <a:rPr sz="1200" dirty="0" err="1">
                <a:latin typeface="Courier New"/>
              </a:rPr>
              <a:t>entrenadores</a:t>
            </a:r>
            <a:r>
              <a:rPr sz="1200" dirty="0">
                <a:latin typeface="Courier New"/>
              </a:rPr>
              <a:t>
{ "</a:t>
            </a:r>
            <a:r>
              <a:rPr sz="1200" dirty="0" err="1">
                <a:latin typeface="Courier New"/>
              </a:rPr>
              <a:t>entrenador_id</a:t>
            </a:r>
            <a:r>
              <a:rPr sz="1200" dirty="0">
                <a:latin typeface="Courier New"/>
              </a:rPr>
              <a:t>": 900,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</a:t>
            </a:r>
            <a:r>
              <a:rPr sz="1200" dirty="0" err="1">
                <a:latin typeface="Courier New"/>
              </a:rPr>
              <a:t>Profe</a:t>
            </a:r>
            <a:r>
              <a:rPr sz="1200" dirty="0">
                <a:latin typeface="Courier New"/>
              </a:rPr>
              <a:t> Camilo" }
// </a:t>
            </a:r>
            <a:r>
              <a:rPr sz="1200" dirty="0" err="1">
                <a:latin typeface="Courier New"/>
              </a:rPr>
              <a:t>jugadores</a:t>
            </a:r>
            <a:r>
              <a:rPr sz="1200" dirty="0">
                <a:latin typeface="Courier New"/>
              </a:rPr>
              <a:t>
{ "</a:t>
            </a:r>
            <a:r>
              <a:rPr sz="1200" dirty="0" err="1">
                <a:latin typeface="Courier New"/>
              </a:rPr>
              <a:t>jugador_id</a:t>
            </a:r>
            <a:r>
              <a:rPr sz="1200" dirty="0">
                <a:latin typeface="Courier New"/>
              </a:rPr>
              <a:t>": 101, "</a:t>
            </a:r>
            <a:r>
              <a:rPr sz="1200" dirty="0" err="1">
                <a:latin typeface="Courier New"/>
              </a:rPr>
              <a:t>nombre</a:t>
            </a:r>
            <a:r>
              <a:rPr sz="1200" dirty="0">
                <a:latin typeface="Courier New"/>
              </a:rPr>
              <a:t>": "Laura", "</a:t>
            </a:r>
            <a:r>
              <a:rPr sz="1200" dirty="0" err="1">
                <a:latin typeface="Courier New"/>
              </a:rPr>
              <a:t>team_id</a:t>
            </a:r>
            <a:r>
              <a:rPr sz="1200" dirty="0">
                <a:latin typeface="Courier New"/>
              </a:rPr>
              <a:t>": 1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¿Cuándo uso cada uno?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31925"/>
            <a:ext cx="8443913" cy="4525963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Regla</a:t>
            </a:r>
            <a:r>
              <a:rPr dirty="0"/>
              <a:t> de </a:t>
            </a:r>
            <a:r>
              <a:rPr dirty="0" err="1"/>
              <a:t>oro</a:t>
            </a:r>
            <a:r>
              <a:rPr dirty="0"/>
              <a:t>: “</a:t>
            </a:r>
            <a:r>
              <a:rPr dirty="0" err="1"/>
              <a:t>si</a:t>
            </a:r>
            <a:r>
              <a:rPr dirty="0"/>
              <a:t> se consulta junto, se </a:t>
            </a:r>
            <a:r>
              <a:rPr dirty="0" err="1"/>
              <a:t>guarda</a:t>
            </a:r>
            <a:r>
              <a:rPr dirty="0"/>
              <a:t> junto”</a:t>
            </a:r>
          </a:p>
          <a:p>
            <a:r>
              <a:rPr dirty="0" err="1"/>
              <a:t>Embebido</a:t>
            </a:r>
            <a:r>
              <a:rPr dirty="0"/>
              <a:t> (</a:t>
            </a:r>
            <a:r>
              <a:rPr dirty="0" err="1"/>
              <a:t>guardar</a:t>
            </a:r>
            <a:r>
              <a:rPr dirty="0"/>
              <a:t> </a:t>
            </a:r>
            <a:r>
              <a:rPr dirty="0" err="1"/>
              <a:t>adentro</a:t>
            </a:r>
            <a:r>
              <a:rPr dirty="0"/>
              <a:t> del </a:t>
            </a:r>
            <a:r>
              <a:rPr dirty="0" err="1"/>
              <a:t>documento</a:t>
            </a:r>
            <a:r>
              <a:rPr dirty="0"/>
              <a:t>):</a:t>
            </a:r>
          </a:p>
          <a:p>
            <a:pPr lvl="1"/>
            <a:r>
              <a:rPr lang="es-CO" dirty="0" err="1"/>
              <a:t>Forms</a:t>
            </a:r>
            <a:r>
              <a:rPr lang="es-CO" dirty="0"/>
              <a:t> </a:t>
            </a:r>
            <a:r>
              <a:rPr dirty="0" err="1"/>
              <a:t>tipo</a:t>
            </a:r>
            <a:r>
              <a:rPr dirty="0"/>
              <a:t> “</a:t>
            </a:r>
            <a:r>
              <a:rPr dirty="0" err="1"/>
              <a:t>detalle</a:t>
            </a:r>
            <a:r>
              <a:rPr dirty="0"/>
              <a:t>” (</a:t>
            </a:r>
            <a:r>
              <a:rPr dirty="0" err="1"/>
              <a:t>todo</a:t>
            </a:r>
            <a:r>
              <a:rPr dirty="0"/>
              <a:t> junto)</a:t>
            </a:r>
          </a:p>
          <a:p>
            <a:pPr lvl="1"/>
            <a:r>
              <a:rPr dirty="0"/>
              <a:t>Cambia poco / es </a:t>
            </a:r>
            <a:r>
              <a:rPr dirty="0" err="1"/>
              <a:t>pequeño</a:t>
            </a:r>
            <a:endParaRPr dirty="0"/>
          </a:p>
          <a:p>
            <a:pPr lvl="1"/>
            <a:r>
              <a:rPr dirty="0" err="1"/>
              <a:t>Lecturas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 (una consulta)</a:t>
            </a:r>
          </a:p>
          <a:p>
            <a:r>
              <a:rPr dirty="0" err="1"/>
              <a:t>Referenciado</a:t>
            </a:r>
            <a:r>
              <a:rPr dirty="0"/>
              <a:t> (</a:t>
            </a:r>
            <a:r>
              <a:rPr dirty="0" err="1"/>
              <a:t>guardar</a:t>
            </a:r>
            <a:r>
              <a:rPr dirty="0"/>
              <a:t> </a:t>
            </a:r>
            <a:r>
              <a:rPr dirty="0" err="1"/>
              <a:t>afuera</a:t>
            </a:r>
            <a:r>
              <a:rPr dirty="0"/>
              <a:t> y </a:t>
            </a:r>
            <a:r>
              <a:rPr dirty="0" err="1"/>
              <a:t>enlazar</a:t>
            </a:r>
            <a:r>
              <a:rPr dirty="0"/>
              <a:t> con un id):</a:t>
            </a:r>
          </a:p>
          <a:p>
            <a:pPr lvl="1"/>
            <a:r>
              <a:rPr dirty="0"/>
              <a:t>Se consulta por </a:t>
            </a:r>
            <a:r>
              <a:rPr dirty="0" err="1"/>
              <a:t>separado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seguido</a:t>
            </a:r>
            <a:endParaRPr dirty="0"/>
          </a:p>
          <a:p>
            <a:pPr lvl="1"/>
            <a:r>
              <a:rPr dirty="0"/>
              <a:t>Cambia </a:t>
            </a:r>
            <a:r>
              <a:rPr dirty="0" err="1"/>
              <a:t>mucho</a:t>
            </a:r>
            <a:r>
              <a:rPr dirty="0"/>
              <a:t> / se </a:t>
            </a:r>
            <a:r>
              <a:rPr dirty="0" err="1"/>
              <a:t>reutiliza</a:t>
            </a:r>
            <a:endParaRPr dirty="0"/>
          </a:p>
          <a:p>
            <a:pPr lvl="1"/>
            <a:r>
              <a:rPr dirty="0"/>
              <a:t>Evita </a:t>
            </a:r>
            <a:r>
              <a:rPr dirty="0" err="1"/>
              <a:t>duplicación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625"/>
            <a:ext cx="8229600" cy="1143000"/>
          </a:xfrm>
        </p:spPr>
        <p:txBody>
          <a:bodyPr/>
          <a:lstStyle/>
          <a:p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comunes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evitarlos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43900" cy="476885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Error 1: </a:t>
            </a:r>
            <a:r>
              <a:rPr dirty="0" err="1"/>
              <a:t>Copiar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MER y “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tablas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colecciones</a:t>
            </a:r>
            <a:r>
              <a:rPr dirty="0"/>
              <a:t>”</a:t>
            </a:r>
          </a:p>
          <a:p>
            <a:pPr lvl="1"/>
            <a:r>
              <a:rPr dirty="0" err="1"/>
              <a:t>Solución</a:t>
            </a:r>
            <a:r>
              <a:rPr dirty="0"/>
              <a:t>: primero define 3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  <a:p>
            <a:r>
              <a:rPr dirty="0"/>
              <a:t>Error 2: </a:t>
            </a:r>
            <a:r>
              <a:rPr dirty="0" err="1"/>
              <a:t>Embeb</a:t>
            </a:r>
            <a:r>
              <a:rPr lang="es-CO" dirty="0"/>
              <a:t>e</a:t>
            </a:r>
            <a:r>
              <a:rPr dirty="0"/>
              <a:t>r TODO sin </a:t>
            </a:r>
            <a:r>
              <a:rPr dirty="0" err="1"/>
              <a:t>pensar</a:t>
            </a:r>
            <a:r>
              <a:rPr dirty="0"/>
              <a:t> (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enormes</a:t>
            </a:r>
            <a:r>
              <a:rPr dirty="0"/>
              <a:t>)</a:t>
            </a:r>
          </a:p>
          <a:p>
            <a:pPr lvl="1"/>
            <a:r>
              <a:rPr dirty="0" err="1"/>
              <a:t>Solución</a:t>
            </a:r>
            <a:r>
              <a:rPr dirty="0"/>
              <a:t>: </a:t>
            </a:r>
            <a:r>
              <a:rPr dirty="0" err="1"/>
              <a:t>embebe</a:t>
            </a:r>
            <a:r>
              <a:rPr dirty="0"/>
              <a:t> solo lo que </a:t>
            </a:r>
            <a:r>
              <a:rPr dirty="0" err="1"/>
              <a:t>normalmente</a:t>
            </a:r>
            <a:r>
              <a:rPr dirty="0"/>
              <a:t> se lee junto</a:t>
            </a:r>
          </a:p>
          <a:p>
            <a:r>
              <a:rPr dirty="0"/>
              <a:t>Error 3: </a:t>
            </a:r>
            <a:r>
              <a:rPr dirty="0" err="1"/>
              <a:t>Referenciar</a:t>
            </a:r>
            <a:r>
              <a:rPr dirty="0"/>
              <a:t> TODO y </a:t>
            </a:r>
            <a:r>
              <a:rPr dirty="0" err="1"/>
              <a:t>luego</a:t>
            </a:r>
            <a:r>
              <a:rPr dirty="0"/>
              <a:t> </a:t>
            </a:r>
            <a:r>
              <a:rPr dirty="0" err="1"/>
              <a:t>necesitar</a:t>
            </a:r>
            <a:r>
              <a:rPr dirty="0"/>
              <a:t>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consultas</a:t>
            </a:r>
            <a:endParaRPr dirty="0"/>
          </a:p>
          <a:p>
            <a:pPr lvl="1"/>
            <a:r>
              <a:rPr dirty="0" err="1"/>
              <a:t>Solución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pantalla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junto,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embebido</a:t>
            </a:r>
            <a:endParaRPr dirty="0"/>
          </a:p>
          <a:p>
            <a:r>
              <a:rPr dirty="0"/>
              <a:t>Checklist </a:t>
            </a:r>
            <a:r>
              <a:rPr dirty="0" err="1"/>
              <a:t>rápido</a:t>
            </a:r>
            <a:r>
              <a:rPr dirty="0"/>
              <a:t> : ¿se consulta junto? ¿cambia </a:t>
            </a:r>
            <a:r>
              <a:rPr dirty="0" err="1"/>
              <a:t>mucho</a:t>
            </a:r>
            <a:r>
              <a:rPr dirty="0"/>
              <a:t>? ¿se </a:t>
            </a:r>
            <a:r>
              <a:rPr dirty="0" err="1"/>
              <a:t>reutiliza</a:t>
            </a:r>
            <a:r>
              <a:rPr dirty="0"/>
              <a:t>? ¿</a:t>
            </a:r>
            <a:r>
              <a:rPr dirty="0" err="1"/>
              <a:t>tamaño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335</Words>
  <Application>Microsoft Office PowerPoint</Application>
  <PresentationFormat>Presentación en pantalla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Courier New</vt:lpstr>
      <vt:lpstr>Office Theme</vt:lpstr>
      <vt:lpstr>Embebido vs Referenciado</vt:lpstr>
      <vt:lpstr>¿Cuándo uso cada uno?</vt:lpstr>
      <vt:lpstr>Errores comunes y cómo evitarlos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Embebido vs Referenciado</dc:title>
  <dc:subject/>
  <dc:creator>Usuario</dc:creator>
  <cp:keywords/>
  <dc:description>generated using python-pptx</dc:description>
  <cp:lastModifiedBy>MAURICIO BEDOYA</cp:lastModifiedBy>
  <cp:revision>2</cp:revision>
  <dcterms:created xsi:type="dcterms:W3CDTF">2013-01-27T09:14:16Z</dcterms:created>
  <dcterms:modified xsi:type="dcterms:W3CDTF">2026-02-25T05:02:37Z</dcterms:modified>
  <cp:category/>
</cp:coreProperties>
</file>